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3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CoupleLens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2B4DE"/>
                </a:solidFill>
              </a:defRPr>
            </a:pPr>
            <a:r>
              <a:t>The World's First Relationship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8FCE"/>
                </a:solidFill>
              </a:defRPr>
            </a:pPr>
            <a:r>
              <a:t>AI-Powered Platform for Couples • Therapist Marketplace • Relationship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78AA"/>
                </a:solidFill>
              </a:defRPr>
            </a:pPr>
            <a:r>
              <a:t>Product Presentation •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C3483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2C2C"/>
                </a:solidFill>
              </a:defRPr>
            </a:pPr>
            <a:r>
              <a:t>💔  50% of marriages end in divorce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77"/>
                </a:solidFill>
              </a:defRPr>
            </a:pPr>
            <a:r>
              <a:t>Most couples lack accessible tools to address relationship issues 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2C2C"/>
                </a:solidFill>
              </a:defRPr>
            </a:pPr>
            <a:r>
              <a:t>🔇  Communication breakdown is #1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77"/>
                </a:solidFill>
              </a:defRPr>
            </a:pPr>
            <a:r>
              <a:t>Couples struggle to express needs without triggering conflict.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2C2C"/>
                </a:solidFill>
              </a:defRPr>
            </a:pPr>
            <a:r>
              <a:t>💰  Therapy costs $150-300/session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204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77"/>
                </a:solidFill>
              </a:defRPr>
            </a:pPr>
            <a:r>
              <a:t>Professional help is expensive, hard to access, and stigmatized.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2C2C"/>
                </a:solidFill>
              </a:defRPr>
            </a:pPr>
            <a:r>
              <a:t>📊  No data-driven relationship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77"/>
                </a:solidFill>
              </a:defRPr>
            </a:pPr>
            <a:r>
              <a:t>Couples have no way to objectively track relationship health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C3483"/>
                </a:solidFill>
              </a:defRPr>
            </a:pPr>
            <a:r>
              <a:t>Our Solution: CoupleLens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</a:defRPr>
            </a:pPr>
            <a:r>
              <a:t>An end-to-end intelligent platform combining AI assistance with professional therapist services to help couples at every stage.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🤖  AI Relationship Assistant — Context-aware companion with multiple expert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214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⚖️   AI Conflict Mediator — Unbiased analysis of both perspectives with actionable compromises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05456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✍️   AI Conversation Rewrite — Transform harsh messages into respectful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9504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📊  Relationship Health Dashboard — Track 5 key metrics with visual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7355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🧩  Compatibility Assessment — Financial, lifestyle &amp; parenting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💰  Couple Financial Tools — Shared budgeting &amp; expense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4164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📸  Memory Timeline — Private couple feed with milestone reminders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25696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👨‍⚕️  Therapist Marketplace — Vetted professionals with integrated booking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Landing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B4DE"/>
                </a:solidFill>
              </a:defRPr>
            </a:pPr>
            <a:r>
              <a:t>First impression — clean, professional design with clear value proposition</a:t>
            </a:r>
          </a:p>
        </p:txBody>
      </p:sp>
      <p:pic>
        <p:nvPicPr>
          <p:cNvPr id="5" name="Picture 4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User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B4DE"/>
                </a:solidFill>
              </a:defRPr>
            </a:pPr>
            <a:r>
              <a:t>Central hub with relationship score, quick stats, recent activity &amp; navigation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C3483"/>
                </a:solidFill>
              </a:defRPr>
            </a:pPr>
            <a:r>
              <a:t>Relationship Health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2C2C"/>
                </a:solidFill>
              </a:defRPr>
            </a:pPr>
            <a:r>
              <a:t>CoupleLens tracks 5 core metrics, each scored 0-100%, to give couples a clear picture of their relationship health.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235A"/>
                </a:solidFill>
              </a:defRPr>
            </a:pPr>
            <a:r>
              <a:t>💬 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</a:defRPr>
            </a:pPr>
            <a:r>
              <a:t>How effectively the couple communicates needs, feelings, and expectations.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235A"/>
                </a:solidFill>
              </a:defRPr>
            </a:pPr>
            <a:r>
              <a:t>🤝 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</a:defRPr>
            </a:pPr>
            <a:r>
              <a:t>Level of reliability, honesty, and emotional safety between partners.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235A"/>
                </a:solidFill>
              </a:defRPr>
            </a:pPr>
            <a:r>
              <a:t>⚖️   Conflict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</a:defRPr>
            </a:pPr>
            <a:r>
              <a:t>Ability to navigate disagreements constructively without escalation.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235A"/>
                </a:solidFill>
              </a:defRPr>
            </a:pPr>
            <a:r>
              <a:t>❤️   Intimacy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43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</a:defRPr>
            </a:pPr>
            <a:r>
              <a:t>Depth of emotional and physical closeness and connection.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235A"/>
                </a:solidFill>
              </a:defRPr>
            </a:pPr>
            <a:r>
              <a:t>🎯  Shared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120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</a:defRPr>
            </a:pPr>
            <a:r>
              <a:t>Alignment on future plans, values, and life direction.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15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86C1"/>
                </a:solidFill>
              </a:defRPr>
            </a:pPr>
            <a:r>
              <a:t>Score Thresholds:  🟢 ≥70% Healthy  |  🟡 40-69% Needs Attention  |  🔴 &lt;40% At Risk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Relationship Health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B4DE"/>
                </a:solidFill>
              </a:defRPr>
            </a:pPr>
            <a:r>
              <a:t>Interactive charts tracking Communication, Trust, Conflict Resolution, Intimacy &amp; Shared Goals</a:t>
            </a:r>
          </a:p>
        </p:txBody>
      </p:sp>
      <p:pic>
        <p:nvPicPr>
          <p:cNvPr id="5" name="Picture 4" descr="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AI Relationship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B4DE"/>
                </a:solidFill>
              </a:defRPr>
            </a:pPr>
            <a:r>
              <a:t>Context-aware AI companion with multiple expert personas for ongoing support</a:t>
            </a:r>
          </a:p>
        </p:txBody>
      </p:sp>
      <p:pic>
        <p:nvPicPr>
          <p:cNvPr id="5" name="Picture 4" descr="convers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AI Conflict Mediator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B4DE"/>
                </a:solidFill>
              </a:defRPr>
            </a:pPr>
            <a:r>
              <a:t>Structured mediation — both perspectives analyzed with neutral AI-generated compromises</a:t>
            </a:r>
          </a:p>
        </p:txBody>
      </p:sp>
      <p:pic>
        <p:nvPicPr>
          <p:cNvPr id="5" name="Picture 4" descr="confl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AI Conversation Rewrite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B4DE"/>
                </a:solidFill>
              </a:defRPr>
            </a:pPr>
            <a:r>
              <a:t>Transform harsh messages into calm, respectful communication while preserving intent</a:t>
            </a:r>
          </a:p>
        </p:txBody>
      </p:sp>
      <p:pic>
        <p:nvPicPr>
          <p:cNvPr id="5" name="Picture 4" descr="rewr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Compatibility Assessment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B4DE"/>
                </a:solidFill>
              </a:defRPr>
            </a:pPr>
            <a:r>
              <a:t>Deep-dive evaluation of Financial, Lifestyle &amp; Parenting compatibility</a:t>
            </a:r>
          </a:p>
        </p:txBody>
      </p:sp>
      <p:pic>
        <p:nvPicPr>
          <p:cNvPr id="5" name="Picture 4" descr="compat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Couple Financial Harmony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B4DE"/>
                </a:solidFill>
              </a:defRPr>
            </a:pPr>
            <a:r>
              <a:t>Shared budgeting, joint expense tracking &amp; financial personality insights</a:t>
            </a:r>
          </a:p>
        </p:txBody>
      </p:sp>
      <p:pic>
        <p:nvPicPr>
          <p:cNvPr id="5" name="Picture 4" descr="expen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Couple Memory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B4DE"/>
                </a:solidFill>
              </a:defRPr>
            </a:pPr>
            <a:r>
              <a:t>Private couple feed with photos, milestones &amp; automated reminders</a:t>
            </a:r>
          </a:p>
        </p:txBody>
      </p:sp>
      <p:pic>
        <p:nvPicPr>
          <p:cNvPr id="5" name="Picture 4" descr="mem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Therapist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B4DE"/>
                </a:solidFill>
              </a:defRPr>
            </a:pPr>
            <a:r>
              <a:t>Vetted directory of licensed professionals — filter by specialization, language &amp; price</a:t>
            </a:r>
          </a:p>
        </p:txBody>
      </p:sp>
      <p:pic>
        <p:nvPicPr>
          <p:cNvPr id="5" name="Picture 4" descr="therapi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Relationship Growth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B4DE"/>
                </a:solidFill>
              </a:defRPr>
            </a:pPr>
            <a:r>
              <a:t>Structured courses: Trust Rebuilding, Pre-Marriage Prep, Communication Mastery &amp; more</a:t>
            </a:r>
          </a:p>
        </p:txBody>
      </p:sp>
      <p:pic>
        <p:nvPicPr>
          <p:cNvPr id="5" name="Picture 4" descr="pr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Workshops &amp; Retreats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B4DE"/>
                </a:solidFill>
              </a:defRPr>
            </a:pPr>
            <a:r>
              <a:t>Live events — online workshops, in-person sessions &amp; immersive retreats</a:t>
            </a:r>
          </a:p>
        </p:txBody>
      </p:sp>
      <p:pic>
        <p:nvPicPr>
          <p:cNvPr id="5" name="Picture 4" descr="worksh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B4DE"/>
                </a:solidFill>
              </a:defRPr>
            </a:pPr>
            <a:r>
              <a:t>Operational backend for therapist vetting, platform analytics &amp; user management</a:t>
            </a:r>
          </a:p>
        </p:txBody>
      </p:sp>
      <p:pic>
        <p:nvPicPr>
          <p:cNvPr id="5" name="Picture 4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C3483"/>
                </a:solidFill>
              </a:defRPr>
            </a:pPr>
            <a:r>
              <a:t>User Roles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235A"/>
                </a:solidFill>
              </a:defRPr>
            </a:pPr>
            <a:r>
              <a:t>👫  Couple 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•  Access AI assistant, conflict mediator, rewrite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562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•  View relationship health dashboard &amp; compatibility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5798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•  Track shared expenses &amp; memory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45973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•  Book therapist sessions, enroll in programs &amp; workshops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9008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235A"/>
                </a:solidFill>
              </a:defRPr>
            </a:pPr>
            <a:r>
              <a:t>👨‍⚕️  Therapist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44728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•  Manage professional profile &amp; 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49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•  Conduct video, voice, or chat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05079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•  Receive bookings through the marketplace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8114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235A"/>
                </a:solidFill>
              </a:defRPr>
            </a:pPr>
            <a:r>
              <a:t>🔧 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03834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•  Review &amp; approve therapist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34009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•  Manage marketplace visibility &amp; platform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6418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</a:defRPr>
            </a:pPr>
            <a:r>
              <a:t>•  User support &amp; content management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C3483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3483"/>
                </a:solidFill>
              </a:defRPr>
            </a:pPr>
            <a: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2C2C"/>
                </a:solidFill>
              </a:defRPr>
            </a:pPr>
            <a:r>
              <a:t>Ruby on Rails (Full-Stack MVC)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3483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5361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2C2C"/>
                </a:solidFill>
              </a:defRPr>
            </a:pPr>
            <a:r>
              <a:t>Hotwire (Turbo + Stimulus) + Bootstrap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751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3483"/>
                </a:solidFill>
              </a:defRPr>
            </a:pPr>
            <a:r>
              <a:t>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97510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2C2C"/>
                </a:solidFill>
              </a:defRPr>
            </a:pPr>
            <a:r>
              <a:t>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140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3483"/>
                </a:solidFill>
              </a:defRPr>
            </a:pPr>
            <a:r>
              <a:t>AI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41401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2C2C"/>
                </a:solidFill>
              </a:defRPr>
            </a:pPr>
            <a:r>
              <a:t>OpenAI API (GPT-4)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529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3483"/>
                </a:solidFill>
              </a:defRPr>
            </a:pPr>
            <a:r>
              <a:t>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529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2C2C"/>
                </a:solidFill>
              </a:defRPr>
            </a:pPr>
            <a:r>
              <a:t>Stripe &amp; Stripe 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3483"/>
                </a:solidFill>
              </a:defRPr>
            </a:pPr>
            <a:r>
              <a:t>Background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2C2C"/>
                </a:solidFill>
              </a:defRPr>
            </a:pPr>
            <a:r>
              <a:t>Sidekiq + Redis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307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3483"/>
                </a:solidFill>
              </a:defRPr>
            </a:pPr>
            <a:r>
              <a:t>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7307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2C2C"/>
                </a:solidFill>
              </a:defRPr>
            </a:pPr>
            <a:r>
              <a:t>Active Storage + AWS 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96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3483"/>
                </a:solidFill>
              </a:defRPr>
            </a:pPr>
            <a: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16966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2C2C"/>
                </a:solidFill>
              </a:defRPr>
            </a:pPr>
            <a:r>
              <a:t>Devise Auth, MFA, E2E Encryption, HIPAA 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085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3483"/>
                </a:solidFill>
              </a:defRPr>
            </a:pPr>
            <a:r>
              <a:t>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6085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2C2C"/>
                </a:solidFill>
              </a:defRPr>
            </a:pPr>
            <a:r>
              <a:t>Modular Rails Monolith with aggressive Redis caching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C3483"/>
                </a:solidFill>
              </a:defRPr>
            </a:pPr>
            <a:r>
              <a:t>Revenue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235A"/>
                </a:solidFill>
              </a:defRPr>
            </a:pPr>
            <a:r>
              <a:t>💎  Premium Subscription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276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77"/>
                </a:solidFill>
              </a:defRPr>
            </a:pPr>
            <a:r>
              <a:t>Monthly/annual fee for advanced AI features, unlimited conversations, and deep analytics.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235A"/>
                </a:solidFill>
              </a:defRPr>
            </a:pPr>
            <a:r>
              <a:t>🏥  Marketplace Commission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33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77"/>
                </a:solidFill>
              </a:defRPr>
            </a:pPr>
            <a:r>
              <a:t>Percentage fee from each therapy session booked through the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235A"/>
                </a:solidFill>
              </a:defRPr>
            </a:pPr>
            <a:r>
              <a:t>📋  One-off Purchases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393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77"/>
                </a:solidFill>
              </a:defRPr>
            </a:pPr>
            <a:r>
              <a:t>Compatibility reports, specialized growth programs, and detailed assessments.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235A"/>
                </a:solidFill>
              </a:defRPr>
            </a:pPr>
            <a:r>
              <a:t>🎟️   Event Commission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45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77"/>
                </a:solidFill>
              </a:defRPr>
            </a:pPr>
            <a:r>
              <a:t>Transaction fees from workshop and retreat ticket sales.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C3483"/>
                </a:solidFill>
              </a:defRPr>
            </a:pPr>
            <a:r>
              <a:t>CoupleLens vs Competitors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3483"/>
                </a:solidFill>
              </a:defRPr>
            </a:pPr>
            <a:r>
              <a:t>Feature                                           Paired    Lasting   CoupleLens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</a:defRPr>
            </a:pPr>
            <a:r>
              <a:t>Relationship Health Tracking                  ✓          ✓          ✓  5 metrics with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564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</a:defRPr>
            </a:pPr>
            <a:r>
              <a:t>Guided Programs &amp; Courses                     ✓          ✓          ✓  Interactive lessons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3969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</a:defRPr>
            </a:pPr>
            <a:r>
              <a:t>Communication Tools                           ✓          ✓          ✓  AI Rewrite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2374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</a:defRPr>
            </a:pPr>
            <a:r>
              <a:t>Compatibility Assessments                     ✓          ✓          ✓  3 dimensions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0779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</a:defRPr>
            </a:pPr>
            <a:r>
              <a:t>AI Chat Assistant                             ✗          ✗          ✓  Multi-persona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</a:defRPr>
            </a:pPr>
            <a:r>
              <a:t>Live Therapist Marketplace                    ✗          ✗          ✓  Full booking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7588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</a:defRPr>
            </a:pPr>
            <a:r>
              <a:t>AI Conflict Mediator                          ✗          ✗          ✓  Structured mediation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5993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</a:defRPr>
            </a:pPr>
            <a:r>
              <a:t>Financial Tools                               ✗          ✗          ✓  Joint budgeting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4398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</a:defRPr>
            </a:pPr>
            <a:r>
              <a:t>Workshops &amp; Retreats                          ✗          ✗          ✓  Event marketplace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C3483"/>
                </a:solidFill>
              </a:defRPr>
            </a:pPr>
            <a:r>
              <a:t>Success Metrics (KPIs)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235A"/>
                </a:solidFill>
              </a:defRPr>
            </a:pPr>
            <a:r>
              <a:t>📈  MAU / DAU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77"/>
                </a:solidFill>
              </a:defRPr>
            </a:pPr>
            <a:r>
              <a:t>Monthly &amp; daily active users measuring engagement.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235A"/>
                </a:solidFill>
              </a:defRPr>
            </a:pPr>
            <a:r>
              <a:t>📅  Therapist Booking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77"/>
                </a:solidFill>
              </a:defRPr>
            </a:pPr>
            <a:r>
              <a:t>Conversion from marketplace browsing to booked sessions.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235A"/>
                </a:solidFill>
              </a:defRPr>
            </a:pPr>
            <a:r>
              <a:t>💳  Subscription Conversion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77"/>
                </a:solidFill>
              </a:defRPr>
            </a:pPr>
            <a:r>
              <a:t>Free-to-premium conversion 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235A"/>
                </a:solidFill>
              </a:defRPr>
            </a:pPr>
            <a:r>
              <a:t>❤️   Health Score 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77"/>
                </a:solidFill>
              </a:defRPr>
            </a:pPr>
            <a:r>
              <a:t>Aggregate improvement in relationship health scores over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235A"/>
                </a:solidFill>
              </a:defRPr>
            </a:pPr>
            <a:r>
              <a:t>⭐  User Satisfaction (NPS)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74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77"/>
                </a:solidFill>
              </a:defRPr>
            </a:pPr>
            <a:r>
              <a:t>Net Promoter Score from in-app surveys.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3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2B4DE"/>
                </a:solidFill>
              </a:defRPr>
            </a:pPr>
            <a:r>
              <a:t>CoupleLens — Empowering Couples, One Connection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8FCE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